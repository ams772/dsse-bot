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3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7468">
          <p15:clr>
            <a:srgbClr val="A4A3A4"/>
          </p15:clr>
        </p15:guide>
        <p15:guide id="5" pos="212">
          <p15:clr>
            <a:srgbClr val="A4A3A4"/>
          </p15:clr>
        </p15:guide>
        <p15:guide id="6" orient="horz" pos="4156">
          <p15:clr>
            <a:srgbClr val="A4A3A4"/>
          </p15:clr>
        </p15:guide>
        <p15:guide id="7" orient="horz" pos="2880">
          <p15:clr>
            <a:srgbClr val="A4A3A4"/>
          </p15:clr>
        </p15:guide>
        <p15:guide id="8" orient="horz" pos="39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3" roundtripDataSignature="AMtx7mghZ74skuU3c9jOEjkJBnXd52i2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D70D29-993A-47E5-BDB6-DE825D2AE10F}">
  <a:tblStyle styleId="{B0D70D29-993A-47E5-BDB6-DE825D2AE1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36A5CB-824D-4AFC-81E9-C6D4CA311A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EC7F2A-0E91-42ED-9D08-C533272D1C07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40108DB-240D-409E-BE0F-EAE753CC92CD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5"/>
          </a:solidFill>
        </a:fill>
      </a:tcStyle>
    </a:wholeTbl>
    <a:band1H>
      <a:tcTxStyle/>
      <a:tcStyle>
        <a:tcBdr/>
        <a:fill>
          <a:solidFill>
            <a:srgbClr val="CEE2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E2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>
        <p:guide orient="horz" pos="573"/>
        <p:guide pos="3840"/>
        <p:guide orient="horz" pos="2160"/>
        <p:guide pos="7468"/>
        <p:guide pos="212"/>
        <p:guide orient="horz" pos="4156"/>
        <p:guide orient="horz" pos="2880"/>
        <p:guide orient="horz" pos="39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3" Type="http://customschemas.google.com/relationships/presentationmetadata" Target="metadata"/><Relationship Id="rId3" Type="http://schemas.openxmlformats.org/officeDocument/2006/relationships/notesMaster" Target="notesMasters/notesMaster1.xml"/><Relationship Id="rId97" Type="http://schemas.openxmlformats.org/officeDocument/2006/relationships/tableStyles" Target="tableStyles.xml"/><Relationship Id="rId2" Type="http://schemas.openxmlformats.org/officeDocument/2006/relationships/slide" Target="slides/slide1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5" Type="http://schemas.openxmlformats.org/officeDocument/2006/relationships/viewProps" Target="viewProps.xml"/><Relationship Id="rId9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" y="3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3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8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" y="9721853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3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6bc37e1744_1_4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6bc37e1744_1_4966:notes"/>
          <p:cNvSpPr txBox="1">
            <a:spLocks noGrp="1"/>
          </p:cNvSpPr>
          <p:nvPr>
            <p:ph type="body" idx="1"/>
          </p:nvPr>
        </p:nvSpPr>
        <p:spPr>
          <a:xfrm>
            <a:off x="709613" y="4860928"/>
            <a:ext cx="5680200" cy="460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g36bc37e1744_1_4966:notes"/>
          <p:cNvSpPr txBox="1">
            <a:spLocks noGrp="1"/>
          </p:cNvSpPr>
          <p:nvPr>
            <p:ph type="sldNum" idx="12"/>
          </p:nvPr>
        </p:nvSpPr>
        <p:spPr>
          <a:xfrm>
            <a:off x="4021138" y="9721853"/>
            <a:ext cx="3076500" cy="511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68608" y="71047"/>
            <a:ext cx="288032" cy="558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5498"/>
            <a:ext cx="12192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94941" y="38923"/>
            <a:ext cx="549731" cy="5848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g36bc37e1744_1_49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750" y="742800"/>
            <a:ext cx="6019802" cy="602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g36bc37e1744_1_49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42800"/>
            <a:ext cx="6019798" cy="60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6bc37e1744_1_4966"/>
          <p:cNvSpPr txBox="1"/>
          <p:nvPr/>
        </p:nvSpPr>
        <p:spPr>
          <a:xfrm>
            <a:off x="209398" y="0"/>
            <a:ext cx="11782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Total 50 Devices - 25 Startups and 25 Industry Projects</a:t>
            </a:r>
            <a:endParaRPr sz="3600" b="0" i="0" u="none" strike="noStrike" cap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g36bc37e1744_1_49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150" y="1491150"/>
            <a:ext cx="65075" cy="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g36bc37e1744_1_49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7775" y="6260000"/>
            <a:ext cx="65075" cy="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g36bc37e1744_1_49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425" y="6241900"/>
            <a:ext cx="65075" cy="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g36bc37e1744_1_49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1475" y="5163050"/>
            <a:ext cx="65075" cy="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g36bc37e1744_1_49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3500" y="3075075"/>
            <a:ext cx="65075" cy="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36bc37e1744_1_49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1375" y="5697425"/>
            <a:ext cx="65075" cy="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6bc37e1744_1_49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6225" y="5501925"/>
            <a:ext cx="65075" cy="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Dr Bhanupratap Gaur, BETIC, IIT Bombay</cp:lastModifiedBy>
  <cp:revision>3</cp:revision>
  <dcterms:created xsi:type="dcterms:W3CDTF">2006-08-16T00:00:00Z</dcterms:created>
  <dcterms:modified xsi:type="dcterms:W3CDTF">2026-10-08T12:14:53Z</dcterms:modified>
</cp:coreProperties>
</file>